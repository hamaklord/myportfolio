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6" r:id="rId1"/>
  </p:sldMasterIdLst>
  <p:sldIdLst>
    <p:sldId id="256" r:id="rId2"/>
    <p:sldId id="257" r:id="rId3"/>
    <p:sldId id="267" r:id="rId4"/>
    <p:sldId id="258" r:id="rId5"/>
    <p:sldId id="259" r:id="rId6"/>
    <p:sldId id="260" r:id="rId7"/>
    <p:sldId id="261" r:id="rId8"/>
    <p:sldId id="263" r:id="rId9"/>
    <p:sldId id="268" r:id="rId10"/>
    <p:sldId id="269" r:id="rId11"/>
    <p:sldId id="270" r:id="rId12"/>
    <p:sldId id="271" r:id="rId13"/>
    <p:sldId id="272" r:id="rId14"/>
    <p:sldId id="264"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7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2612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887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8955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6/15/2022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550000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6477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23701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533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127375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6/15/2022</a:t>
            </a:fld>
            <a:endParaRPr lang="en-US" dirty="0"/>
          </a:p>
        </p:txBody>
      </p:sp>
    </p:spTree>
    <p:extLst>
      <p:ext uri="{BB962C8B-B14F-4D97-AF65-F5344CB8AC3E}">
        <p14:creationId xmlns:p14="http://schemas.microsoft.com/office/powerpoint/2010/main" val="305811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2874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58481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2264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54789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3008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229778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9930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6/15/2022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3512389"/>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7734" y="2229749"/>
            <a:ext cx="7565339" cy="1075815"/>
          </a:xfrm>
        </p:spPr>
        <p:txBody>
          <a:bodyPr/>
          <a:lstStyle/>
          <a:p>
            <a:pPr algn="ctr"/>
            <a:r>
              <a:rPr lang="en-US" b="1" dirty="0" smtClean="0"/>
              <a:t/>
            </a:r>
            <a:br>
              <a:rPr lang="en-US" b="1" dirty="0" smtClean="0"/>
            </a:br>
            <a:r>
              <a:rPr lang="en-US" b="1" dirty="0" smtClean="0"/>
              <a:t/>
            </a:r>
            <a:br>
              <a:rPr lang="en-US" b="1" dirty="0" smtClean="0"/>
            </a:br>
            <a:r>
              <a:rPr lang="en-US" sz="3600" b="1" dirty="0" smtClean="0">
                <a:latin typeface="Times New Roman" panose="02020603050405020304" pitchFamily="18" charset="0"/>
                <a:cs typeface="Times New Roman" panose="02020603050405020304" pitchFamily="18" charset="0"/>
              </a:rPr>
              <a:t/>
            </a:r>
            <a:br>
              <a:rPr lang="en-US" sz="3600" b="1" dirty="0" smtClean="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Smart House</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205126" y="3751937"/>
            <a:ext cx="5550556" cy="870863"/>
          </a:xfrm>
        </p:spPr>
        <p:txBody>
          <a:bodyPr/>
          <a:lstStyle/>
          <a:p>
            <a:pPr algn="ctr"/>
            <a:r>
              <a:rPr lang="en-US" dirty="0" smtClean="0">
                <a:latin typeface="Times New Roman" panose="02020603050405020304" pitchFamily="18" charset="0"/>
                <a:cs typeface="Times New Roman" panose="02020603050405020304" pitchFamily="18" charset="0"/>
              </a:rPr>
              <a:t>Presented By:</a:t>
            </a:r>
          </a:p>
          <a:p>
            <a:pPr algn="ctr"/>
            <a:r>
              <a:rPr lang="en-US" dirty="0" smtClean="0">
                <a:latin typeface="Times New Roman" panose="02020603050405020304" pitchFamily="18" charset="0"/>
                <a:cs typeface="Times New Roman" panose="02020603050405020304" pitchFamily="18" charset="0"/>
              </a:rPr>
              <a:t>Muhamad Burhan</a:t>
            </a:r>
          </a:p>
          <a:p>
            <a:pPr algn="ctr"/>
            <a:endParaRPr lang="en-US" sz="1600" dirty="0" smtClean="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787430" y="889899"/>
            <a:ext cx="4385945" cy="1339850"/>
          </a:xfrm>
          <a:prstGeom prst="rect">
            <a:avLst/>
          </a:prstGeom>
        </p:spPr>
      </p:pic>
    </p:spTree>
    <p:extLst>
      <p:ext uri="{BB962C8B-B14F-4D97-AF65-F5344CB8AC3E}">
        <p14:creationId xmlns:p14="http://schemas.microsoft.com/office/powerpoint/2010/main" val="23393831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a:latin typeface="Times New Roman" panose="02020603050405020304" pitchFamily="18" charset="0"/>
                <a:cs typeface="Times New Roman" panose="02020603050405020304" pitchFamily="18" charset="0"/>
              </a:rPr>
              <a:t>Outline</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smtClean="0">
                <a:latin typeface="Times New Roman" panose="02020603050405020304" pitchFamily="18" charset="0"/>
                <a:cs typeface="Times New Roman" panose="02020603050405020304" pitchFamily="18" charset="0"/>
              </a:rPr>
              <a:t>Abstract</a:t>
            </a:r>
          </a:p>
          <a:p>
            <a:r>
              <a:rPr lang="en-US" sz="2000" dirty="0" smtClean="0">
                <a:latin typeface="Times New Roman" panose="02020603050405020304" pitchFamily="18" charset="0"/>
                <a:cs typeface="Times New Roman" panose="02020603050405020304" pitchFamily="18" charset="0"/>
              </a:rPr>
              <a:t>Introduction</a:t>
            </a:r>
          </a:p>
          <a:p>
            <a:r>
              <a:rPr lang="en-US" sz="2000" dirty="0" smtClean="0">
                <a:latin typeface="Times New Roman" panose="02020603050405020304" pitchFamily="18" charset="0"/>
                <a:cs typeface="Times New Roman" panose="02020603050405020304" pitchFamily="18" charset="0"/>
              </a:rPr>
              <a:t>What is smart house</a:t>
            </a:r>
          </a:p>
          <a:p>
            <a:r>
              <a:rPr lang="en-US" sz="2000" dirty="0" smtClean="0">
                <a:latin typeface="Times New Roman" panose="02020603050405020304" pitchFamily="18" charset="0"/>
                <a:cs typeface="Times New Roman" panose="02020603050405020304" pitchFamily="18" charset="0"/>
              </a:rPr>
              <a:t>Objectives of the study</a:t>
            </a:r>
          </a:p>
          <a:p>
            <a:r>
              <a:rPr lang="en-US" sz="2000" dirty="0" smtClean="0">
                <a:latin typeface="Times New Roman" panose="02020603050405020304" pitchFamily="18" charset="0"/>
                <a:cs typeface="Times New Roman" panose="02020603050405020304" pitchFamily="18" charset="0"/>
              </a:rPr>
              <a:t>Problem statement </a:t>
            </a:r>
          </a:p>
          <a:p>
            <a:r>
              <a:rPr lang="en-US" sz="2000" dirty="0" smtClean="0">
                <a:latin typeface="Times New Roman" panose="02020603050405020304" pitchFamily="18" charset="0"/>
                <a:cs typeface="Times New Roman" panose="02020603050405020304" pitchFamily="18" charset="0"/>
              </a:rPr>
              <a:t>Design</a:t>
            </a:r>
          </a:p>
          <a:p>
            <a:r>
              <a:rPr lang="en-US" sz="2000" dirty="0" smtClean="0">
                <a:latin typeface="Times New Roman" panose="02020603050405020304" pitchFamily="18" charset="0"/>
                <a:cs typeface="Times New Roman" panose="02020603050405020304" pitchFamily="18" charset="0"/>
              </a:rPr>
              <a:t>Result</a:t>
            </a:r>
          </a:p>
          <a:p>
            <a:r>
              <a:rPr lang="en-US" sz="2000" dirty="0" smtClean="0">
                <a:latin typeface="Times New Roman" panose="02020603050405020304" pitchFamily="18" charset="0"/>
                <a:cs typeface="Times New Roman" panose="02020603050405020304" pitchFamily="18" charset="0"/>
              </a:rPr>
              <a:t>conclusion</a:t>
            </a:r>
          </a:p>
          <a:p>
            <a:r>
              <a:rPr lang="en-US" sz="2000" dirty="0" smtClean="0">
                <a:latin typeface="Times New Roman" panose="02020603050405020304" pitchFamily="18" charset="0"/>
                <a:cs typeface="Times New Roman" panose="02020603050405020304" pitchFamily="18" charset="0"/>
              </a:rPr>
              <a:t>Future work</a:t>
            </a:r>
          </a:p>
          <a:p>
            <a:pPr marL="0" indent="0">
              <a:buNone/>
            </a:pPr>
            <a:endParaRPr lang="en-US" sz="2000" dirty="0" smtClean="0"/>
          </a:p>
          <a:p>
            <a:pPr marL="0" indent="0">
              <a:buNone/>
            </a:pPr>
            <a:endParaRPr lang="en-US" dirty="0" smtClean="0"/>
          </a:p>
          <a:p>
            <a:endParaRPr lang="en-US" dirty="0"/>
          </a:p>
        </p:txBody>
      </p:sp>
    </p:spTree>
    <p:extLst>
      <p:ext uri="{BB962C8B-B14F-4D97-AF65-F5344CB8AC3E}">
        <p14:creationId xmlns:p14="http://schemas.microsoft.com/office/powerpoint/2010/main" val="1716575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Abstract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2160589"/>
            <a:ext cx="8956063" cy="422733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Smart house is one of the major growing industries that can change the way people live. Some of these home automation systems target those seeking luxury sophisticated home automation plat </a:t>
            </a:r>
            <a:r>
              <a:rPr lang="en-US" sz="2400" dirty="0" smtClean="0">
                <a:latin typeface="Times New Roman" panose="02020603050405020304" pitchFamily="18" charset="0"/>
                <a:cs typeface="Times New Roman" panose="02020603050405020304" pitchFamily="18" charset="0"/>
              </a:rPr>
              <a:t>form, Typical </a:t>
            </a:r>
            <a:r>
              <a:rPr lang="en-US" sz="2400" dirty="0">
                <a:latin typeface="Times New Roman" panose="02020603050405020304" pitchFamily="18" charset="0"/>
                <a:cs typeface="Times New Roman" panose="02020603050405020304" pitchFamily="18" charset="0"/>
              </a:rPr>
              <a:t>wireless home automation system allows one to control house hold appliances from a centralized control unit which is wireless. These appliances usually have to be specially designed to be compatible with each other and with the control unit for most community available home automation systems.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84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smtClean="0">
                <a:latin typeface="Times New Roman" panose="02020603050405020304" pitchFamily="18" charset="0"/>
                <a:cs typeface="Times New Roman" panose="02020603050405020304" pitchFamily="18" charset="0"/>
              </a:rPr>
              <a:t>Introduction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Technologies that help seniors to live a quality life and to be more self-sufficient in everyday life are being developed. One of the fields of this development and innovation of modern technologies is smart house to ensure independent living for senior citizens or disabled people in household environment with the option of assistance care. </a:t>
            </a:r>
            <a:r>
              <a:rPr lang="en-US" sz="2400" dirty="0">
                <a:latin typeface="Times New Roman" panose="02020603050405020304" pitchFamily="18" charset="0"/>
                <a:cs typeface="Times New Roman" panose="02020603050405020304" pitchFamily="18" charset="0"/>
              </a:rPr>
              <a:t>Introduction  The demography of the world  population shows a trend that the elderly population worldwide is increasing rapidly as a result of the increase of the average live expectancy of people. Caring for and supporting this growing population is a concern for governments and nations around the globe.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3083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What is smart house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Smart house is one </a:t>
            </a:r>
            <a:r>
              <a:rPr lang="en-US" sz="2400" dirty="0">
                <a:latin typeface="Times New Roman" panose="02020603050405020304" pitchFamily="18" charset="0"/>
                <a:cs typeface="Times New Roman" panose="02020603050405020304" pitchFamily="18" charset="0"/>
              </a:rPr>
              <a:t>of the major growing industries that can change the way people live. Some of these home automation systems target those seeking luxury and sophisticated home automation platforms; others target those with special needs like the elderly and the disabled. The aim of the reported Wireless Home Automation System (WHAS) is to provide those with special needs with a system that can respond to voice commands and control the on/off status of electrical devices, such as lamps, fans, television </a:t>
            </a:r>
            <a:r>
              <a:rPr lang="en-US" sz="2400" dirty="0" smtClean="0">
                <a:latin typeface="Times New Roman" panose="02020603050405020304" pitchFamily="18" charset="0"/>
                <a:cs typeface="Times New Roman" panose="02020603050405020304" pitchFamily="18" charset="0"/>
              </a:rPr>
              <a:t>etc. </a:t>
            </a:r>
            <a:r>
              <a:rPr lang="en-US" sz="2400" dirty="0">
                <a:latin typeface="Times New Roman" panose="02020603050405020304" pitchFamily="18" charset="0"/>
                <a:cs typeface="Times New Roman" panose="02020603050405020304" pitchFamily="18" charset="0"/>
              </a:rPr>
              <a:t>in the home. The system should be reasonably cheap, easy to configure, and easy to run. </a:t>
            </a:r>
          </a:p>
        </p:txBody>
      </p:sp>
    </p:spTree>
    <p:extLst>
      <p:ext uri="{BB962C8B-B14F-4D97-AF65-F5344CB8AC3E}">
        <p14:creationId xmlns:p14="http://schemas.microsoft.com/office/powerpoint/2010/main" val="2342502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Objectives of smart house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lvl="0"/>
            <a:r>
              <a:rPr lang="en-US" sz="2400" dirty="0">
                <a:latin typeface="Times New Roman" panose="02020603050405020304" pitchFamily="18" charset="0"/>
                <a:cs typeface="Times New Roman" panose="02020603050405020304" pitchFamily="18" charset="0"/>
              </a:rPr>
              <a:t>Although smart house would make living alone easier, some if not most of elderly finish people are a bit stubborn and refuse to use modern devices or to be under constant surveillance.</a:t>
            </a:r>
          </a:p>
          <a:p>
            <a:pPr lvl="0"/>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most popular smart house solutions are burglar alarm, fire, lighting and heating system, with those solutions living could be more cam for table, easier and safer, those smart homes could be controlled by smart phones or tablets with their internet connection for away from home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making smart devices arrange all daily schedule and appointment with reminding the user daily tasks by navigation every morning.  </a:t>
            </a:r>
          </a:p>
          <a:p>
            <a:pPr lvl="0" fontAlgn="base"/>
            <a:r>
              <a:rPr lang="en-US" sz="2400" dirty="0">
                <a:latin typeface="Times New Roman" panose="02020603050405020304" pitchFamily="18" charset="0"/>
                <a:cs typeface="Times New Roman" panose="02020603050405020304" pitchFamily="18" charset="0"/>
              </a:rPr>
              <a:t>Commanding </a:t>
            </a:r>
            <a:r>
              <a:rPr lang="en-US" sz="2400" dirty="0" smtClean="0">
                <a:latin typeface="Times New Roman" panose="02020603050405020304" pitchFamily="18" charset="0"/>
                <a:cs typeface="Times New Roman" panose="02020603050405020304" pitchFamily="18" charset="0"/>
              </a:rPr>
              <a:t>iPad</a:t>
            </a:r>
            <a:r>
              <a:rPr lang="en-US" sz="2400" dirty="0">
                <a:latin typeface="Times New Roman" panose="02020603050405020304" pitchFamily="18" charset="0"/>
                <a:cs typeface="Times New Roman" panose="02020603050405020304" pitchFamily="18" charset="0"/>
              </a:rPr>
              <a:t> or monitors to read books or magazines and daily news. </a:t>
            </a:r>
          </a:p>
          <a:p>
            <a:endParaRPr lang="en-US" dirty="0"/>
          </a:p>
        </p:txBody>
      </p:sp>
    </p:spTree>
    <p:extLst>
      <p:ext uri="{BB962C8B-B14F-4D97-AF65-F5344CB8AC3E}">
        <p14:creationId xmlns:p14="http://schemas.microsoft.com/office/powerpoint/2010/main" val="18874462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Problem statement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47500" lnSpcReduction="20000"/>
          </a:bodyPr>
          <a:lstStyle/>
          <a:p>
            <a:pPr marL="0" indent="0">
              <a:lnSpc>
                <a:spcPct val="120000"/>
              </a:lnSpc>
              <a:buNone/>
            </a:pPr>
            <a:r>
              <a:rPr lang="en-US" sz="5300" dirty="0">
                <a:latin typeface="Times New Roman" panose="02020603050405020304" pitchFamily="18" charset="0"/>
                <a:cs typeface="Times New Roman" panose="02020603050405020304" pitchFamily="18" charset="0"/>
              </a:rPr>
              <a:t>Our Project is Facilities to control  your smart devices in your </a:t>
            </a:r>
            <a:r>
              <a:rPr lang="en-US" sz="5300" dirty="0" smtClean="0">
                <a:latin typeface="Times New Roman" panose="02020603050405020304" pitchFamily="18" charset="0"/>
                <a:cs typeface="Times New Roman" panose="02020603050405020304" pitchFamily="18" charset="0"/>
              </a:rPr>
              <a:t>home, And </a:t>
            </a:r>
            <a:r>
              <a:rPr lang="en-US" sz="5300" dirty="0">
                <a:latin typeface="Times New Roman" panose="02020603050405020304" pitchFamily="18" charset="0"/>
                <a:cs typeface="Times New Roman" panose="02020603050405020304" pitchFamily="18" charset="0"/>
              </a:rPr>
              <a:t>it make life easier </a:t>
            </a:r>
            <a:r>
              <a:rPr lang="en-US" sz="5300" dirty="0" smtClean="0">
                <a:latin typeface="Times New Roman" panose="02020603050405020304" pitchFamily="18" charset="0"/>
                <a:cs typeface="Times New Roman" panose="02020603050405020304" pitchFamily="18" charset="0"/>
              </a:rPr>
              <a:t>and </a:t>
            </a:r>
            <a:r>
              <a:rPr lang="en-US" sz="5300" dirty="0">
                <a:latin typeface="Times New Roman" panose="02020603050405020304" pitchFamily="18" charset="0"/>
                <a:cs typeface="Times New Roman" panose="02020603050405020304" pitchFamily="18" charset="0"/>
              </a:rPr>
              <a:t>more </a:t>
            </a:r>
            <a:r>
              <a:rPr lang="en-US" sz="5300" dirty="0" smtClean="0">
                <a:latin typeface="Times New Roman" panose="02020603050405020304" pitchFamily="18" charset="0"/>
                <a:cs typeface="Times New Roman" panose="02020603050405020304" pitchFamily="18" charset="0"/>
              </a:rPr>
              <a:t>comfortable. If </a:t>
            </a:r>
            <a:r>
              <a:rPr lang="en-US" sz="5300" dirty="0">
                <a:latin typeface="Times New Roman" panose="02020603050405020304" pitchFamily="18" charset="0"/>
                <a:cs typeface="Times New Roman" panose="02020603050405020304" pitchFamily="18" charset="0"/>
              </a:rPr>
              <a:t>any one use our system to control </a:t>
            </a:r>
            <a:r>
              <a:rPr lang="en-US" sz="5300" dirty="0" smtClean="0">
                <a:latin typeface="Times New Roman" panose="02020603050405020304" pitchFamily="18" charset="0"/>
                <a:cs typeface="Times New Roman" panose="02020603050405020304" pitchFamily="18" charset="0"/>
              </a:rPr>
              <a:t>there house, that will make </a:t>
            </a:r>
            <a:r>
              <a:rPr lang="en-US" sz="5300" dirty="0">
                <a:latin typeface="Times New Roman" panose="02020603050405020304" pitchFamily="18" charset="0"/>
                <a:cs typeface="Times New Roman" panose="02020603050405020304" pitchFamily="18" charset="0"/>
              </a:rPr>
              <a:t>them life more safely and have less or non </a:t>
            </a:r>
            <a:r>
              <a:rPr lang="en-US" sz="5300" dirty="0" smtClean="0">
                <a:latin typeface="Times New Roman" panose="02020603050405020304" pitchFamily="18" charset="0"/>
                <a:cs typeface="Times New Roman" panose="02020603050405020304" pitchFamily="18" charset="0"/>
              </a:rPr>
              <a:t>Danger. </a:t>
            </a:r>
          </a:p>
          <a:p>
            <a:pPr marL="0" indent="0">
              <a:lnSpc>
                <a:spcPct val="120000"/>
              </a:lnSpc>
              <a:buNone/>
            </a:pPr>
            <a:r>
              <a:rPr lang="en-US" sz="5300" dirty="0" smtClean="0">
                <a:latin typeface="Times New Roman" panose="02020603050405020304" pitchFamily="18" charset="0"/>
                <a:cs typeface="Times New Roman" panose="02020603050405020304" pitchFamily="18" charset="0"/>
              </a:rPr>
              <a:t>All the sensor and the devises are connected with the router or your Wi-Fi, which means that you can control every smart devise in your house by internet, but the only negative thing you going to face it is problem with your internet or Wi-Fi, you can’t run your system you have to do it by your own.</a:t>
            </a:r>
          </a:p>
          <a:p>
            <a:pPr marL="0" indent="0">
              <a:lnSpc>
                <a:spcPct val="120000"/>
              </a:lnSpc>
              <a:buNone/>
            </a:pPr>
            <a:endParaRPr lang="en-US" sz="5300"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4432579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Prototype        </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1152" y="1930400"/>
            <a:ext cx="8949031" cy="3883930"/>
          </a:xfrm>
        </p:spPr>
      </p:pic>
    </p:spTree>
    <p:extLst>
      <p:ext uri="{BB962C8B-B14F-4D97-AF65-F5344CB8AC3E}">
        <p14:creationId xmlns:p14="http://schemas.microsoft.com/office/powerpoint/2010/main" val="6143430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Result </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6439" y="1796168"/>
            <a:ext cx="9218458" cy="4301947"/>
          </a:xfrm>
        </p:spPr>
      </p:pic>
    </p:spTree>
    <p:extLst>
      <p:ext uri="{BB962C8B-B14F-4D97-AF65-F5344CB8AC3E}">
        <p14:creationId xmlns:p14="http://schemas.microsoft.com/office/powerpoint/2010/main" val="1060956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Doors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3129" y="1726332"/>
            <a:ext cx="7445077" cy="106766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2922349"/>
            <a:ext cx="2307166" cy="193158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2663" y="2922349"/>
            <a:ext cx="1935544" cy="1700933"/>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4694" y="4982280"/>
            <a:ext cx="7421011" cy="1000265"/>
          </a:xfrm>
          <a:prstGeom prst="rect">
            <a:avLst/>
          </a:prstGeom>
        </p:spPr>
      </p:pic>
    </p:spTree>
    <p:extLst>
      <p:ext uri="{BB962C8B-B14F-4D97-AF65-F5344CB8AC3E}">
        <p14:creationId xmlns:p14="http://schemas.microsoft.com/office/powerpoint/2010/main" val="214074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Fans</a:t>
            </a:r>
            <a:br>
              <a:rPr lang="en-US" dirty="0" smtClean="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549887"/>
            <a:ext cx="2227086" cy="1758226"/>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3" y="1638247"/>
            <a:ext cx="8785935" cy="91164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0825" y="2549888"/>
            <a:ext cx="2375979" cy="1758226"/>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333" y="4420747"/>
            <a:ext cx="8596669" cy="883143"/>
          </a:xfrm>
          <a:prstGeom prst="rect">
            <a:avLst/>
          </a:prstGeom>
        </p:spPr>
      </p:pic>
    </p:spTree>
    <p:extLst>
      <p:ext uri="{BB962C8B-B14F-4D97-AF65-F5344CB8AC3E}">
        <p14:creationId xmlns:p14="http://schemas.microsoft.com/office/powerpoint/2010/main" val="1861706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Coffee machine  </a:t>
            </a:r>
            <a:br>
              <a:rPr lang="en-US" dirty="0" smtClean="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1634" y="1563636"/>
            <a:ext cx="8420973" cy="83666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3" y="2506594"/>
            <a:ext cx="2479753" cy="155740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1763" y="4322550"/>
            <a:ext cx="7020714" cy="103199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75052" y="2884436"/>
            <a:ext cx="1881550" cy="1516069"/>
          </a:xfrm>
          <a:prstGeom prst="rect">
            <a:avLst/>
          </a:prstGeom>
        </p:spPr>
      </p:pic>
    </p:spTree>
    <p:extLst>
      <p:ext uri="{BB962C8B-B14F-4D97-AF65-F5344CB8AC3E}">
        <p14:creationId xmlns:p14="http://schemas.microsoft.com/office/powerpoint/2010/main" val="3195955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5734" y="2275669"/>
            <a:ext cx="2091266" cy="17320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1384565"/>
            <a:ext cx="8355848" cy="86661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5371" y="2251176"/>
            <a:ext cx="1667811" cy="175652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334" y="4127169"/>
            <a:ext cx="8202707" cy="802324"/>
          </a:xfrm>
          <a:prstGeom prst="rect">
            <a:avLst/>
          </a:prstGeom>
        </p:spPr>
      </p:pic>
    </p:spTree>
    <p:extLst>
      <p:ext uri="{BB962C8B-B14F-4D97-AF65-F5344CB8AC3E}">
        <p14:creationId xmlns:p14="http://schemas.microsoft.com/office/powerpoint/2010/main" val="3748873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Conclusion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A low cost, flexible and source system is proposed.</a:t>
            </a:r>
          </a:p>
          <a:p>
            <a:r>
              <a:rPr lang="en-US" sz="2400" dirty="0">
                <a:latin typeface="Times New Roman" panose="02020603050405020304" pitchFamily="18" charset="0"/>
                <a:cs typeface="Times New Roman" panose="02020603050405020304" pitchFamily="18" charset="0"/>
              </a:rPr>
              <a:t>Home automation is undeniably a resource which can make a home environment automated. People can control their electrical devices via by these home automation devices and set up controlling actions through their mobile. </a:t>
            </a:r>
          </a:p>
          <a:p>
            <a:r>
              <a:rPr lang="en-US" sz="2400" dirty="0" smtClean="0">
                <a:latin typeface="Times New Roman" panose="02020603050405020304" pitchFamily="18" charset="0"/>
                <a:cs typeface="Times New Roman" panose="02020603050405020304" pitchFamily="18" charset="0"/>
              </a:rPr>
              <a:t>Identified the problems of exiting home automation system.</a:t>
            </a:r>
          </a:p>
          <a:p>
            <a:r>
              <a:rPr lang="en-US" sz="2400" dirty="0" smtClean="0">
                <a:latin typeface="Times New Roman" panose="02020603050405020304" pitchFamily="18" charset="0"/>
                <a:cs typeface="Times New Roman" panose="02020603050405020304" pitchFamily="18" charset="0"/>
              </a:rPr>
              <a:t>Smart house systems are directed towards primary residences. </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7098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latin typeface="Times New Roman" panose="02020603050405020304" pitchFamily="18" charset="0"/>
                <a:cs typeface="Times New Roman" panose="02020603050405020304" pitchFamily="18" charset="0"/>
              </a:rPr>
              <a:t>Future work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Developing home automation service for monitoring home automation devices like motion sensors and energy meter. In future this product may have high potential for marketing. Furthermore voice system is going to get high demand by people through developing technology moment by moment to easy using easy control by the controller. </a:t>
            </a:r>
            <a:r>
              <a:rPr lang="en-US" sz="2400" dirty="0" smtClean="0">
                <a:latin typeface="Times New Roman" panose="02020603050405020304" pitchFamily="18" charset="0"/>
                <a:cs typeface="Times New Roman" panose="02020603050405020304" pitchFamily="18" charset="0"/>
              </a:rPr>
              <a:t>Also voice command may be so easier to use instead of looking for the place of the remote control or looking for a method for providing energy to the control remote.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9668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970" y="2142186"/>
            <a:ext cx="8596668" cy="1320800"/>
          </a:xfrm>
        </p:spPr>
        <p:txBody>
          <a:bodyPr>
            <a:normAutofit fontScale="90000"/>
          </a:bodyPr>
          <a:lstStyle/>
          <a:p>
            <a:pPr algn="ct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sz="5300" dirty="0" smtClean="0">
                <a:latin typeface="Times New Roman" panose="02020603050405020304" pitchFamily="18" charset="0"/>
                <a:cs typeface="Times New Roman" panose="02020603050405020304" pitchFamily="18" charset="0"/>
              </a:rPr>
              <a:t>Thank you </a:t>
            </a:r>
            <a:r>
              <a:rPr lang="en-US" sz="5300" dirty="0" smtClean="0">
                <a:latin typeface="Times New Roman" panose="02020603050405020304" pitchFamily="18" charset="0"/>
                <a:cs typeface="Times New Roman" panose="02020603050405020304" pitchFamily="18" charset="0"/>
                <a:sym typeface="Wingdings" panose="05000000000000000000" pitchFamily="2" charset="2"/>
              </a:rPr>
              <a:t></a:t>
            </a:r>
            <a:br>
              <a:rPr lang="en-US" sz="5300" dirty="0" smtClean="0">
                <a:latin typeface="Times New Roman" panose="02020603050405020304" pitchFamily="18" charset="0"/>
                <a:cs typeface="Times New Roman" panose="02020603050405020304" pitchFamily="18" charset="0"/>
                <a:sym typeface="Wingdings" panose="05000000000000000000" pitchFamily="2" charset="2"/>
              </a:rPr>
            </a:br>
            <a:r>
              <a:rPr lang="en-US" sz="5300" dirty="0" smtClean="0">
                <a:latin typeface="Times New Roman" panose="02020603050405020304" pitchFamily="18" charset="0"/>
                <a:cs typeface="Times New Roman" panose="02020603050405020304" pitchFamily="18" charset="0"/>
                <a:sym typeface="Wingdings" panose="05000000000000000000" pitchFamily="2" charset="2"/>
              </a:rPr>
              <a:t>Any questions ?</a:t>
            </a:r>
            <a:endParaRPr lang="en-US" sz="5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4702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2362</TotalTime>
  <Words>677</Words>
  <Application>Microsoft Office PowerPoint</Application>
  <PresentationFormat>Widescreen</PresentationFormat>
  <Paragraphs>42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Times New Roman</vt:lpstr>
      <vt:lpstr>Trebuchet MS</vt:lpstr>
      <vt:lpstr>Wingdings</vt:lpstr>
      <vt:lpstr>Wingdings 3</vt:lpstr>
      <vt:lpstr>Facet</vt:lpstr>
      <vt:lpstr>    Smart House </vt:lpstr>
      <vt:lpstr> Outline                </vt:lpstr>
      <vt:lpstr> Abstract </vt:lpstr>
      <vt:lpstr> Introduction                                 </vt:lpstr>
      <vt:lpstr> What is smart house               </vt:lpstr>
      <vt:lpstr> Objectives of smart house          </vt:lpstr>
      <vt:lpstr> Problem statement         </vt:lpstr>
      <vt:lpstr> Prototype        </vt:lpstr>
      <vt:lpstr> Result </vt:lpstr>
      <vt:lpstr>Doors</vt:lpstr>
      <vt:lpstr>Fans </vt:lpstr>
      <vt:lpstr>Coffee machine   </vt:lpstr>
      <vt:lpstr>window</vt:lpstr>
      <vt:lpstr> Conclusion           </vt:lpstr>
      <vt:lpstr> Future work    </vt:lpstr>
      <vt:lpstr> Thank you  Any questions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House</dc:title>
  <dc:creator>Windows User</dc:creator>
  <cp:lastModifiedBy>Lenovo</cp:lastModifiedBy>
  <cp:revision>59</cp:revision>
  <dcterms:created xsi:type="dcterms:W3CDTF">2019-02-21T09:38:32Z</dcterms:created>
  <dcterms:modified xsi:type="dcterms:W3CDTF">2022-06-15T14:34:43Z</dcterms:modified>
</cp:coreProperties>
</file>